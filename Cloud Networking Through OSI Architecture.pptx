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61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01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9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152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57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51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762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540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728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6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5894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733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6520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197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526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10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EB0A-193B-4A4B-AEFD-1467CDF6E8D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94A490E-E107-426C-B67F-18D4237246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3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8729D-07B4-C22C-847A-6C6C857D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353" y="1471802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Through the OSI 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12B88-9765-5E42-7D77-F4C9947B5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8266" y="4312407"/>
            <a:ext cx="2831690" cy="16557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RITHIKA 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192565002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F69E33-8C92-8A2B-5C77-9D09DBA97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86" y="489783"/>
            <a:ext cx="8429684" cy="11032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D246D3-0D26-DFD6-7C28-66EBA8BF73A1}"/>
              </a:ext>
            </a:extLst>
          </p:cNvPr>
          <p:cNvSpPr txBox="1"/>
          <p:nvPr/>
        </p:nvSpPr>
        <p:spPr>
          <a:xfrm>
            <a:off x="671119" y="4618372"/>
            <a:ext cx="27515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  GUIDED BY</a:t>
            </a:r>
          </a:p>
          <a:p>
            <a:pPr algn="r"/>
            <a:r>
              <a:rPr lang="en-US" dirty="0"/>
              <a:t>Dr. JESU JAYARIN</a:t>
            </a:r>
          </a:p>
          <a:p>
            <a:pPr algn="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57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34C7F-1242-85C1-4C5F-22C7C3CF1149}"/>
              </a:ext>
            </a:extLst>
          </p:cNvPr>
          <p:cNvSpPr txBox="1"/>
          <p:nvPr/>
        </p:nvSpPr>
        <p:spPr>
          <a:xfrm>
            <a:off x="1061883" y="1924322"/>
            <a:ext cx="103533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Through the OSI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networking connects users, devices, and cloud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Internet for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 has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layers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a specific function.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reliable data transmission.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1A6C0B-302C-BC98-47E9-4B60D7DA439D}"/>
              </a:ext>
            </a:extLst>
          </p:cNvPr>
          <p:cNvSpPr txBox="1"/>
          <p:nvPr/>
        </p:nvSpPr>
        <p:spPr>
          <a:xfrm>
            <a:off x="899651" y="955657"/>
            <a:ext cx="4173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12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3E24BD-AC05-524A-C131-6AEA28BBA1FE}"/>
              </a:ext>
            </a:extLst>
          </p:cNvPr>
          <p:cNvSpPr txBox="1"/>
          <p:nvPr/>
        </p:nvSpPr>
        <p:spPr>
          <a:xfrm>
            <a:off x="2084438" y="1228397"/>
            <a:ext cx="87212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– User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– Encryption &amp; formatting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– Manages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– Reliable data transfer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– Routing using 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– Error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– 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30363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3A6D5F-25C6-369B-6516-27643EF7F89E}"/>
              </a:ext>
            </a:extLst>
          </p:cNvPr>
          <p:cNvSpPr txBox="1"/>
          <p:nvPr/>
        </p:nvSpPr>
        <p:spPr>
          <a:xfrm>
            <a:off x="2408902" y="1540725"/>
            <a:ext cx="849507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in Cloud Networking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provides cloud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encrypts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layer maintains connections.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ensures reliable delivery.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routes cloud traffic.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and Physical layers transmit data. </a:t>
            </a:r>
          </a:p>
        </p:txBody>
      </p:sp>
    </p:spTree>
    <p:extLst>
      <p:ext uri="{BB962C8B-B14F-4D97-AF65-F5344CB8AC3E}">
        <p14:creationId xmlns:p14="http://schemas.microsoft.com/office/powerpoint/2010/main" val="164798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3977E-EA48-7A2F-18B2-368464019681}"/>
              </a:ext>
            </a:extLst>
          </p:cNvPr>
          <p:cNvSpPr txBox="1"/>
          <p:nvPr/>
        </p:nvSpPr>
        <p:spPr>
          <a:xfrm>
            <a:off x="2143433" y="1097425"/>
            <a:ext cx="86130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Flow</a:t>
            </a:r>
          </a:p>
          <a:p>
            <a:pPr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Application Layer → Transport Layer → Network Layer → Data Link Layer → Physical Layer → Cloud Server</a:t>
            </a: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 a file to Google Drive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videos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cloud storage</a:t>
            </a:r>
          </a:p>
        </p:txBody>
      </p:sp>
    </p:spTree>
    <p:extLst>
      <p:ext uri="{BB962C8B-B14F-4D97-AF65-F5344CB8AC3E}">
        <p14:creationId xmlns:p14="http://schemas.microsoft.com/office/powerpoint/2010/main" val="41693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3E8991-4264-FF73-9517-8066FD7D98F6}"/>
              </a:ext>
            </a:extLst>
          </p:cNvPr>
          <p:cNvSpPr txBox="1"/>
          <p:nvPr/>
        </p:nvSpPr>
        <p:spPr>
          <a:xfrm>
            <a:off x="2369575" y="1029447"/>
            <a:ext cx="83869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communication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transfer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troubleshooting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network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cloud services </a:t>
            </a:r>
          </a:p>
        </p:txBody>
      </p:sp>
    </p:spTree>
    <p:extLst>
      <p:ext uri="{BB962C8B-B14F-4D97-AF65-F5344CB8AC3E}">
        <p14:creationId xmlns:p14="http://schemas.microsoft.com/office/powerpoint/2010/main" val="2306070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9F684A-0AC4-C6F9-3ED1-2A524D92FE05}"/>
              </a:ext>
            </a:extLst>
          </p:cNvPr>
          <p:cNvSpPr txBox="1"/>
          <p:nvPr/>
        </p:nvSpPr>
        <p:spPr>
          <a:xfrm>
            <a:off x="1607574" y="1462915"/>
            <a:ext cx="908009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Model improves cloud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has a unique role.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and efficient networking.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modern cloud applications.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of cloud networking.</a:t>
            </a:r>
          </a:p>
        </p:txBody>
      </p:sp>
    </p:spTree>
    <p:extLst>
      <p:ext uri="{BB962C8B-B14F-4D97-AF65-F5344CB8AC3E}">
        <p14:creationId xmlns:p14="http://schemas.microsoft.com/office/powerpoint/2010/main" val="9684507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</TotalTime>
  <Words>221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Cloud Networking Through the OSI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Harini gopi</dc:creator>
  <cp:lastModifiedBy>Rithika Parthiban</cp:lastModifiedBy>
  <cp:revision>4</cp:revision>
  <dcterms:created xsi:type="dcterms:W3CDTF">2026-07-14T16:23:53Z</dcterms:created>
  <dcterms:modified xsi:type="dcterms:W3CDTF">2026-07-16T13:26:51Z</dcterms:modified>
</cp:coreProperties>
</file>